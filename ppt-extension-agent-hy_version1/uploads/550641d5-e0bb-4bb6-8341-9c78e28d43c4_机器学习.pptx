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79" r:id="rId7"/>
    <p:sldId id="280" r:id="rId8"/>
    <p:sldId id="265" r:id="rId9"/>
    <p:sldId id="266" r:id="rId10"/>
    <p:sldId id="281" r:id="rId11"/>
    <p:sldId id="282" r:id="rId12"/>
    <p:sldId id="283" r:id="rId13"/>
    <p:sldId id="284" r:id="rId14"/>
    <p:sldId id="271" r:id="rId15"/>
    <p:sldId id="272" r:id="rId16"/>
    <p:sldId id="273" r:id="rId17"/>
    <p:sldId id="274" r:id="rId18"/>
    <p:sldId id="275" r:id="rId19"/>
    <p:sldId id="285" r:id="rId20"/>
    <p:sldId id="277" r:id="rId21"/>
    <p:sldId id="278" r:id="rId2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5" Type="http://schemas.openxmlformats.org/officeDocument/2006/relationships/tags" Target="../tags/tag94.xml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5" Type="http://schemas.openxmlformats.org/officeDocument/2006/relationships/tags" Target="../tags/tag150.xml"/><Relationship Id="rId24" Type="http://schemas.openxmlformats.org/officeDocument/2006/relationships/tags" Target="../tags/tag149.xml"/><Relationship Id="rId23" Type="http://schemas.openxmlformats.org/officeDocument/2006/relationships/tags" Target="../tags/tag148.xml"/><Relationship Id="rId22" Type="http://schemas.openxmlformats.org/officeDocument/2006/relationships/tags" Target="../tags/tag147.xml"/><Relationship Id="rId21" Type="http://schemas.openxmlformats.org/officeDocument/2006/relationships/tags" Target="../tags/tag146.xml"/><Relationship Id="rId20" Type="http://schemas.openxmlformats.org/officeDocument/2006/relationships/tags" Target="../tags/tag145.xml"/><Relationship Id="rId2" Type="http://schemas.openxmlformats.org/officeDocument/2006/relationships/tags" Target="../tags/tag127.xml"/><Relationship Id="rId19" Type="http://schemas.openxmlformats.org/officeDocument/2006/relationships/tags" Target="../tags/tag144.xml"/><Relationship Id="rId18" Type="http://schemas.openxmlformats.org/officeDocument/2006/relationships/tags" Target="../tags/tag143.xml"/><Relationship Id="rId17" Type="http://schemas.openxmlformats.org/officeDocument/2006/relationships/tags" Target="../tags/tag142.xml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8" Type="http://schemas.openxmlformats.org/officeDocument/2006/relationships/tags" Target="../tags/tag197.xml"/><Relationship Id="rId17" Type="http://schemas.openxmlformats.org/officeDocument/2006/relationships/tags" Target="../tags/tag196.xml"/><Relationship Id="rId16" Type="http://schemas.openxmlformats.org/officeDocument/2006/relationships/tags" Target="../tags/tag195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image" Target="../media/image1.png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221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image" Target="../media/image2.png"/><Relationship Id="rId2" Type="http://schemas.openxmlformats.org/officeDocument/2006/relationships/tags" Target="../tags/tag238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7" Type="http://schemas.openxmlformats.org/officeDocument/2006/relationships/tags" Target="../tags/tag249.xml"/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image" Target="../media/image3.png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image" Target="../media/image2.png"/><Relationship Id="rId2" Type="http://schemas.openxmlformats.org/officeDocument/2006/relationships/tags" Target="../tags/tag251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" Type="http://schemas.openxmlformats.org/officeDocument/2006/relationships/tags" Target="../tags/tag257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2" hasCustomPrompt="1"/>
            <p:custDataLst>
              <p:tags r:id="rId6"/>
            </p:custDataLst>
          </p:nvPr>
        </p:nvSpPr>
        <p:spPr>
          <a:xfrm>
            <a:off x="11684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3" hasCustomPrompt="1"/>
            <p:custDataLst>
              <p:tags r:id="rId9"/>
            </p:custDataLst>
          </p:nvPr>
        </p:nvSpPr>
        <p:spPr>
          <a:xfrm>
            <a:off x="50292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4704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4704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4" hasCustomPrompt="1"/>
            <p:custDataLst>
              <p:tags r:id="rId12"/>
            </p:custDataLst>
          </p:nvPr>
        </p:nvSpPr>
        <p:spPr>
          <a:xfrm>
            <a:off x="88900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331200" y="4241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331200" y="4800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6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1727200"/>
            <a:ext cx="3454400" cy="4318000"/>
          </a:xfrm>
          <a:custGeom>
            <a:avLst/>
            <a:gdLst>
              <a:gd name="connisteX0" fmla="*/ 0 w 3454400"/>
              <a:gd name="connsiteY0" fmla="*/ 203200 h 4318000"/>
              <a:gd name="connisteX1" fmla="*/ 203200 w 3454400"/>
              <a:gd name="connsiteY1" fmla="*/ 0 h 4318000"/>
              <a:gd name="connisteX2" fmla="*/ 3251200 w 3454400"/>
              <a:gd name="connsiteY2" fmla="*/ 0 h 4318000"/>
              <a:gd name="connisteX3" fmla="*/ 3454400 w 3454400"/>
              <a:gd name="connsiteY3" fmla="*/ 203200 h 4318000"/>
              <a:gd name="connisteX4" fmla="*/ 3454400 w 3454400"/>
              <a:gd name="connsiteY4" fmla="*/ 4114800 h 4318000"/>
              <a:gd name="connisteX5" fmla="*/ 3251200 w 3454400"/>
              <a:gd name="connsiteY5" fmla="*/ 4318000 h 4318000"/>
              <a:gd name="connisteX6" fmla="*/ 203200 w 3454400"/>
              <a:gd name="connsiteY6" fmla="*/ 4318000 h 4318000"/>
              <a:gd name="connisteX7" fmla="*/ 0 w 3454400"/>
              <a:gd name="connsiteY7" fmla="*/ 4114800 h 4318000"/>
              <a:gd name="connisteX8" fmla="*/ 0 w 3454400"/>
              <a:gd name="connsiteY8" fmla="*/ 203200 h 431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318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114800"/>
                </a:lnTo>
                <a:cubicBezTo>
                  <a:pt x="3454400" y="4227024"/>
                  <a:pt x="3363424" y="4318000"/>
                  <a:pt x="3251200" y="4318000"/>
                </a:cubicBezTo>
                <a:lnTo>
                  <a:pt x="203200" y="4318000"/>
                </a:lnTo>
                <a:cubicBezTo>
                  <a:pt x="90976" y="4318000"/>
                  <a:pt x="0" y="4227024"/>
                  <a:pt x="0" y="4114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38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7846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648200" y="3860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648200" y="44196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7162800" y="3860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162800" y="44196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9677400" y="38608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9677400" y="44196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6482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1752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71628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3152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315200" y="1117600"/>
            <a:ext cx="1752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9677400" y="609600"/>
            <a:ext cx="50800" cy="2336800"/>
          </a:xfrm>
          <a:custGeom>
            <a:avLst/>
            <a:gdLst>
              <a:gd name="connisteX0" fmla="*/ 0 w 50800"/>
              <a:gd name="connsiteY0" fmla="*/ 25400 h 2336800"/>
              <a:gd name="connisteX1" fmla="*/ 25400 w 50800"/>
              <a:gd name="connsiteY1" fmla="*/ 0 h 2336800"/>
              <a:gd name="connisteX2" fmla="*/ 25400 w 50800"/>
              <a:gd name="connsiteY2" fmla="*/ 0 h 2336800"/>
              <a:gd name="connisteX3" fmla="*/ 50800 w 50800"/>
              <a:gd name="connsiteY3" fmla="*/ 25400 h 2336800"/>
              <a:gd name="connisteX4" fmla="*/ 50800 w 50800"/>
              <a:gd name="connsiteY4" fmla="*/ 2311400 h 2336800"/>
              <a:gd name="connisteX5" fmla="*/ 25400 w 50800"/>
              <a:gd name="connsiteY5" fmla="*/ 2336800 h 2336800"/>
              <a:gd name="connisteX6" fmla="*/ 25400 w 50800"/>
              <a:gd name="connsiteY6" fmla="*/ 2336800 h 2336800"/>
              <a:gd name="connisteX7" fmla="*/ 0 w 50800"/>
              <a:gd name="connsiteY7" fmla="*/ 2311400 h 2336800"/>
              <a:gd name="connisteX8" fmla="*/ 0 w 50800"/>
              <a:gd name="connsiteY8" fmla="*/ 254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336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311400"/>
                </a:lnTo>
                <a:cubicBezTo>
                  <a:pt x="50800" y="2325428"/>
                  <a:pt x="39428" y="2336800"/>
                  <a:pt x="25400" y="2336800"/>
                </a:cubicBezTo>
                <a:lnTo>
                  <a:pt x="25400" y="2336800"/>
                </a:lnTo>
                <a:cubicBezTo>
                  <a:pt x="11372" y="2336800"/>
                  <a:pt x="0" y="2325428"/>
                  <a:pt x="0" y="2311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98298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9829800" y="1117600"/>
            <a:ext cx="1752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2692400"/>
          </a:xfrm>
          <a:custGeom>
            <a:avLst/>
            <a:gdLst>
              <a:gd name="connisteX0" fmla="*/ 0 w 3454400"/>
              <a:gd name="connsiteY0" fmla="*/ 203200 h 2692400"/>
              <a:gd name="connisteX1" fmla="*/ 203200 w 3454400"/>
              <a:gd name="connsiteY1" fmla="*/ 0 h 2692400"/>
              <a:gd name="connisteX2" fmla="*/ 3251200 w 3454400"/>
              <a:gd name="connsiteY2" fmla="*/ 0 h 2692400"/>
              <a:gd name="connisteX3" fmla="*/ 3454400 w 3454400"/>
              <a:gd name="connsiteY3" fmla="*/ 203200 h 2692400"/>
              <a:gd name="connisteX4" fmla="*/ 3454400 w 3454400"/>
              <a:gd name="connsiteY4" fmla="*/ 2692400 h 2692400"/>
              <a:gd name="connisteX5" fmla="*/ 0 w 3454400"/>
              <a:gd name="connsiteY5" fmla="*/ 2692400 h 2692400"/>
              <a:gd name="connisteX6" fmla="*/ 0 w 34544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2184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1_2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157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7752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7752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09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534400" y="37846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534400" y="4343400"/>
            <a:ext cx="264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处理图片标题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10000"/>
          </a:blip>
          <a:srcRect t="1707" b="73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656000" y="68013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请在此输入您的副标题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we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621" b="45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23">
                <a:moveTo>
                  <a:pt x="0" y="0"/>
                </a:moveTo>
                <a:lnTo>
                  <a:pt x="19200" y="0"/>
                </a:lnTo>
                <a:lnTo>
                  <a:pt x="19200" y="10823"/>
                </a:lnTo>
                <a:lnTo>
                  <a:pt x="0" y="1082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078942" y="1833245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标题 1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4823460" y="2341245"/>
            <a:ext cx="6352540" cy="238887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87" hasCustomPrompt="1"/>
            <p:custDataLst>
              <p:tags r:id="rId9"/>
            </p:custDataLst>
          </p:nvPr>
        </p:nvSpPr>
        <p:spPr>
          <a:xfrm>
            <a:off x="8635118" y="4780915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生成系列 AI 图片 (2)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00">
                <a:moveTo>
                  <a:pt x="0" y="0"/>
                </a:moveTo>
                <a:lnTo>
                  <a:pt x="19200" y="0"/>
                </a:lnTo>
                <a:lnTo>
                  <a:pt x="1920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 idx="16385" hasCustomPrompt="1"/>
            <p:custDataLst>
              <p:tags r:id="rId7"/>
            </p:custDataLst>
          </p:nvPr>
        </p:nvSpPr>
        <p:spPr>
          <a:xfrm>
            <a:off x="1016000" y="3197225"/>
            <a:ext cx="5513705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1" name="节编号 3"/>
          <p:cNvSpPr>
            <a:spLocks noGrp="1"/>
          </p:cNvSpPr>
          <p:nvPr>
            <p:ph type="body" sz="quarter" idx="16386" hasCustomPrompt="1"/>
            <p:custDataLst>
              <p:tags r:id="rId8"/>
            </p:custDataLst>
          </p:nvPr>
        </p:nvSpPr>
        <p:spPr>
          <a:xfrm>
            <a:off x="1016000" y="1974850"/>
            <a:ext cx="1527175" cy="1120775"/>
          </a:xfrm>
          <a:prstGeom prst="rect">
            <a:avLst/>
          </a:prstGeom>
          <a:noFill/>
        </p:spPr>
        <p:txBody>
          <a:bodyPr vert="horz" wrap="non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wed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r="621" b="45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0823">
                <a:moveTo>
                  <a:pt x="0" y="0"/>
                </a:moveTo>
                <a:lnTo>
                  <a:pt x="19200" y="0"/>
                </a:lnTo>
                <a:lnTo>
                  <a:pt x="19200" y="10823"/>
                </a:lnTo>
                <a:lnTo>
                  <a:pt x="0" y="10823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副标题 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5" Type="http://schemas.openxmlformats.org/officeDocument/2006/relationships/theme" Target="../theme/theme2.xml"/><Relationship Id="rId34" Type="http://schemas.openxmlformats.org/officeDocument/2006/relationships/tags" Target="../tags/tag281.xml"/><Relationship Id="rId33" Type="http://schemas.openxmlformats.org/officeDocument/2006/relationships/tags" Target="../tags/tag280.xml"/><Relationship Id="rId32" Type="http://schemas.openxmlformats.org/officeDocument/2006/relationships/tags" Target="../tags/tag279.xml"/><Relationship Id="rId31" Type="http://schemas.openxmlformats.org/officeDocument/2006/relationships/tags" Target="../tags/tag278.xml"/><Relationship Id="rId30" Type="http://schemas.openxmlformats.org/officeDocument/2006/relationships/tags" Target="../tags/tag277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76.xml"/><Relationship Id="rId28" Type="http://schemas.openxmlformats.org/officeDocument/2006/relationships/tags" Target="../tags/tag275.xml"/><Relationship Id="rId27" Type="http://schemas.openxmlformats.org/officeDocument/2006/relationships/image" Target="../media/image1.png"/><Relationship Id="rId26" Type="http://schemas.openxmlformats.org/officeDocument/2006/relationships/tags" Target="../tags/tag274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9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处理图片标题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 cstate="screen">
            <a:alphaModFix amt="10000"/>
          </a:blip>
          <a:srcRect t="1707" b="73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6" Type="http://schemas.openxmlformats.org/officeDocument/2006/relationships/slideLayout" Target="../slideLayouts/slideLayout23.xml"/><Relationship Id="rId15" Type="http://schemas.openxmlformats.org/officeDocument/2006/relationships/tags" Target="../tags/tag300.xml"/><Relationship Id="rId14" Type="http://schemas.openxmlformats.org/officeDocument/2006/relationships/tags" Target="../tags/tag299.xml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tags" Target="../tags/tag28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03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11.xml"/><Relationship Id="rId8" Type="http://schemas.openxmlformats.org/officeDocument/2006/relationships/image" Target="../media/image4.png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0" Type="http://schemas.openxmlformats.org/officeDocument/2006/relationships/slideLayout" Target="../slideLayouts/slideLayout22.xml"/><Relationship Id="rId1" Type="http://schemas.openxmlformats.org/officeDocument/2006/relationships/tags" Target="../tags/tag3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318.xml"/><Relationship Id="rId7" Type="http://schemas.openxmlformats.org/officeDocument/2006/relationships/tags" Target="../tags/tag317.xml"/><Relationship Id="rId6" Type="http://schemas.openxmlformats.org/officeDocument/2006/relationships/tags" Target="../tags/tag316.xml"/><Relationship Id="rId5" Type="http://schemas.openxmlformats.org/officeDocument/2006/relationships/tags" Target="../tags/tag315.xml"/><Relationship Id="rId4" Type="http://schemas.openxmlformats.org/officeDocument/2006/relationships/image" Target="../media/image5.jpeg"/><Relationship Id="rId3" Type="http://schemas.openxmlformats.org/officeDocument/2006/relationships/tags" Target="../tags/tag314.xml"/><Relationship Id="rId2" Type="http://schemas.openxmlformats.org/officeDocument/2006/relationships/tags" Target="../tags/tag313.xml"/><Relationship Id="rId18" Type="http://schemas.openxmlformats.org/officeDocument/2006/relationships/slideLayout" Target="../slideLayouts/slideLayout21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image" Target="../media/image7.jpeg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32.xml"/><Relationship Id="rId8" Type="http://schemas.openxmlformats.org/officeDocument/2006/relationships/tags" Target="../tags/tag331.xml"/><Relationship Id="rId7" Type="http://schemas.openxmlformats.org/officeDocument/2006/relationships/tags" Target="../tags/tag33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tags" Target="../tags/tag329.xml"/><Relationship Id="rId31" Type="http://schemas.openxmlformats.org/officeDocument/2006/relationships/slideLayout" Target="../slideLayouts/slideLayout20.xml"/><Relationship Id="rId30" Type="http://schemas.openxmlformats.org/officeDocument/2006/relationships/tags" Target="../tags/tag347.xml"/><Relationship Id="rId3" Type="http://schemas.openxmlformats.org/officeDocument/2006/relationships/tags" Target="../tags/tag328.xml"/><Relationship Id="rId29" Type="http://schemas.openxmlformats.org/officeDocument/2006/relationships/tags" Target="../tags/tag346.xml"/><Relationship Id="rId28" Type="http://schemas.openxmlformats.org/officeDocument/2006/relationships/tags" Target="../tags/tag345.xml"/><Relationship Id="rId27" Type="http://schemas.openxmlformats.org/officeDocument/2006/relationships/image" Target="../media/image15.svg"/><Relationship Id="rId26" Type="http://schemas.openxmlformats.org/officeDocument/2006/relationships/image" Target="../media/image14.png"/><Relationship Id="rId25" Type="http://schemas.openxmlformats.org/officeDocument/2006/relationships/tags" Target="../tags/tag344.xml"/><Relationship Id="rId24" Type="http://schemas.openxmlformats.org/officeDocument/2006/relationships/tags" Target="../tags/tag343.xml"/><Relationship Id="rId23" Type="http://schemas.openxmlformats.org/officeDocument/2006/relationships/tags" Target="../tags/tag342.xml"/><Relationship Id="rId22" Type="http://schemas.openxmlformats.org/officeDocument/2006/relationships/tags" Target="../tags/tag341.xml"/><Relationship Id="rId21" Type="http://schemas.openxmlformats.org/officeDocument/2006/relationships/tags" Target="../tags/tag340.xml"/><Relationship Id="rId20" Type="http://schemas.openxmlformats.org/officeDocument/2006/relationships/image" Target="../media/image13.svg"/><Relationship Id="rId2" Type="http://schemas.openxmlformats.org/officeDocument/2006/relationships/tags" Target="../tags/tag327.xml"/><Relationship Id="rId19" Type="http://schemas.openxmlformats.org/officeDocument/2006/relationships/image" Target="../media/image12.png"/><Relationship Id="rId18" Type="http://schemas.openxmlformats.org/officeDocument/2006/relationships/tags" Target="../tags/tag339.xml"/><Relationship Id="rId17" Type="http://schemas.openxmlformats.org/officeDocument/2006/relationships/tags" Target="../tags/tag338.xml"/><Relationship Id="rId16" Type="http://schemas.openxmlformats.org/officeDocument/2006/relationships/tags" Target="../tags/tag337.xml"/><Relationship Id="rId15" Type="http://schemas.openxmlformats.org/officeDocument/2006/relationships/tags" Target="../tags/tag336.xml"/><Relationship Id="rId14" Type="http://schemas.openxmlformats.org/officeDocument/2006/relationships/tags" Target="../tags/tag335.xml"/><Relationship Id="rId13" Type="http://schemas.openxmlformats.org/officeDocument/2006/relationships/image" Target="../media/image11.svg"/><Relationship Id="rId12" Type="http://schemas.openxmlformats.org/officeDocument/2006/relationships/image" Target="../media/image10.png"/><Relationship Id="rId11" Type="http://schemas.openxmlformats.org/officeDocument/2006/relationships/tags" Target="../tags/tag334.xml"/><Relationship Id="rId10" Type="http://schemas.openxmlformats.org/officeDocument/2006/relationships/tags" Target="../tags/tag333.xml"/><Relationship Id="rId1" Type="http://schemas.openxmlformats.org/officeDocument/2006/relationships/tags" Target="../tags/tag32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50.xml"/><Relationship Id="rId2" Type="http://schemas.openxmlformats.org/officeDocument/2006/relationships/tags" Target="../tags/tag349.xml"/><Relationship Id="rId1" Type="http://schemas.openxmlformats.org/officeDocument/2006/relationships/tags" Target="../tags/tag34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357.xml"/><Relationship Id="rId7" Type="http://schemas.openxmlformats.org/officeDocument/2006/relationships/tags" Target="../tags/tag356.xml"/><Relationship Id="rId6" Type="http://schemas.openxmlformats.org/officeDocument/2006/relationships/tags" Target="../tags/tag355.xml"/><Relationship Id="rId5" Type="http://schemas.openxmlformats.org/officeDocument/2006/relationships/tags" Target="../tags/tag354.xml"/><Relationship Id="rId4" Type="http://schemas.openxmlformats.org/officeDocument/2006/relationships/image" Target="../media/image16.jpeg"/><Relationship Id="rId3" Type="http://schemas.openxmlformats.org/officeDocument/2006/relationships/tags" Target="../tags/tag353.xml"/><Relationship Id="rId2" Type="http://schemas.openxmlformats.org/officeDocument/2006/relationships/tags" Target="../tags/tag352.xml"/><Relationship Id="rId18" Type="http://schemas.openxmlformats.org/officeDocument/2006/relationships/slideLayout" Target="../slideLayouts/slideLayout19.xml"/><Relationship Id="rId17" Type="http://schemas.openxmlformats.org/officeDocument/2006/relationships/tags" Target="../tags/tag364.xml"/><Relationship Id="rId16" Type="http://schemas.openxmlformats.org/officeDocument/2006/relationships/tags" Target="../tags/tag363.xml"/><Relationship Id="rId15" Type="http://schemas.openxmlformats.org/officeDocument/2006/relationships/tags" Target="../tags/tag362.xml"/><Relationship Id="rId14" Type="http://schemas.openxmlformats.org/officeDocument/2006/relationships/image" Target="../media/image18.jpeg"/><Relationship Id="rId13" Type="http://schemas.openxmlformats.org/officeDocument/2006/relationships/tags" Target="../tags/tag361.xml"/><Relationship Id="rId12" Type="http://schemas.openxmlformats.org/officeDocument/2006/relationships/tags" Target="../tags/tag360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tags" Target="../tags/tag35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jpeg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image" Target="../media/image19.jpeg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8" Type="http://schemas.openxmlformats.org/officeDocument/2006/relationships/slideLayout" Target="../slideLayouts/slideLayout18.xml"/><Relationship Id="rId17" Type="http://schemas.openxmlformats.org/officeDocument/2006/relationships/tags" Target="../tags/tag378.xml"/><Relationship Id="rId16" Type="http://schemas.openxmlformats.org/officeDocument/2006/relationships/tags" Target="../tags/tag377.xml"/><Relationship Id="rId15" Type="http://schemas.openxmlformats.org/officeDocument/2006/relationships/tags" Target="../tags/tag376.xml"/><Relationship Id="rId14" Type="http://schemas.openxmlformats.org/officeDocument/2006/relationships/image" Target="../media/image21.jpeg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tags" Target="../tags/tag36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86.xml"/><Relationship Id="rId8" Type="http://schemas.openxmlformats.org/officeDocument/2006/relationships/tags" Target="../tags/tag385.xml"/><Relationship Id="rId7" Type="http://schemas.openxmlformats.org/officeDocument/2006/relationships/tags" Target="../tags/tag384.xml"/><Relationship Id="rId6" Type="http://schemas.openxmlformats.org/officeDocument/2006/relationships/tags" Target="../tags/tag383.xml"/><Relationship Id="rId5" Type="http://schemas.openxmlformats.org/officeDocument/2006/relationships/tags" Target="../tags/tag382.xml"/><Relationship Id="rId4" Type="http://schemas.openxmlformats.org/officeDocument/2006/relationships/tags" Target="../tags/tag381.xml"/><Relationship Id="rId3" Type="http://schemas.openxmlformats.org/officeDocument/2006/relationships/image" Target="../media/image22.jpeg"/><Relationship Id="rId2" Type="http://schemas.openxmlformats.org/officeDocument/2006/relationships/tags" Target="../tags/tag380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390.xml"/><Relationship Id="rId12" Type="http://schemas.openxmlformats.org/officeDocument/2006/relationships/tags" Target="../tags/tag389.xml"/><Relationship Id="rId11" Type="http://schemas.openxmlformats.org/officeDocument/2006/relationships/tags" Target="../tags/tag388.xml"/><Relationship Id="rId10" Type="http://schemas.openxmlformats.org/officeDocument/2006/relationships/tags" Target="../tags/tag387.xml"/><Relationship Id="rId1" Type="http://schemas.openxmlformats.org/officeDocument/2006/relationships/tags" Target="../tags/tag37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98.xml"/><Relationship Id="rId8" Type="http://schemas.openxmlformats.org/officeDocument/2006/relationships/tags" Target="../tags/tag397.xml"/><Relationship Id="rId7" Type="http://schemas.openxmlformats.org/officeDocument/2006/relationships/tags" Target="../tags/tag396.xml"/><Relationship Id="rId6" Type="http://schemas.openxmlformats.org/officeDocument/2006/relationships/tags" Target="../tags/tag395.xml"/><Relationship Id="rId5" Type="http://schemas.openxmlformats.org/officeDocument/2006/relationships/tags" Target="../tags/tag394.xml"/><Relationship Id="rId4" Type="http://schemas.openxmlformats.org/officeDocument/2006/relationships/tags" Target="../tags/tag393.xml"/><Relationship Id="rId3" Type="http://schemas.openxmlformats.org/officeDocument/2006/relationships/image" Target="../media/image23.jpeg"/><Relationship Id="rId2" Type="http://schemas.openxmlformats.org/officeDocument/2006/relationships/tags" Target="../tags/tag392.xml"/><Relationship Id="rId11" Type="http://schemas.openxmlformats.org/officeDocument/2006/relationships/slideLayout" Target="../slideLayouts/slideLayout16.xml"/><Relationship Id="rId10" Type="http://schemas.openxmlformats.org/officeDocument/2006/relationships/tags" Target="../tags/tag399.xml"/><Relationship Id="rId1" Type="http://schemas.openxmlformats.org/officeDocument/2006/relationships/tags" Target="../tags/tag39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tags" Target="../tags/tag400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413.xml"/><Relationship Id="rId2" Type="http://schemas.openxmlformats.org/officeDocument/2006/relationships/tags" Target="../tags/tag412.xml"/><Relationship Id="rId1" Type="http://schemas.openxmlformats.org/officeDocument/2006/relationships/tags" Target="../tags/tag41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tags" Target="../tags/tag420.xml"/><Relationship Id="rId7" Type="http://schemas.openxmlformats.org/officeDocument/2006/relationships/tags" Target="../tags/tag419.xml"/><Relationship Id="rId6" Type="http://schemas.openxmlformats.org/officeDocument/2006/relationships/tags" Target="../tags/tag418.xml"/><Relationship Id="rId5" Type="http://schemas.openxmlformats.org/officeDocument/2006/relationships/tags" Target="../tags/tag417.xml"/><Relationship Id="rId4" Type="http://schemas.openxmlformats.org/officeDocument/2006/relationships/image" Target="../media/image24.jpeg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8" Type="http://schemas.openxmlformats.org/officeDocument/2006/relationships/slideLayout" Target="../slideLayouts/slideLayout14.xml"/><Relationship Id="rId17" Type="http://schemas.openxmlformats.org/officeDocument/2006/relationships/tags" Target="../tags/tag427.xml"/><Relationship Id="rId16" Type="http://schemas.openxmlformats.org/officeDocument/2006/relationships/tags" Target="../tags/tag426.xml"/><Relationship Id="rId15" Type="http://schemas.openxmlformats.org/officeDocument/2006/relationships/tags" Target="../tags/tag425.xml"/><Relationship Id="rId14" Type="http://schemas.openxmlformats.org/officeDocument/2006/relationships/image" Target="../media/image26.jpeg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tags" Target="../tags/tag41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35.xml"/><Relationship Id="rId8" Type="http://schemas.openxmlformats.org/officeDocument/2006/relationships/tags" Target="../tags/tag434.xml"/><Relationship Id="rId7" Type="http://schemas.openxmlformats.org/officeDocument/2006/relationships/tags" Target="../tags/tag433.xml"/><Relationship Id="rId6" Type="http://schemas.openxmlformats.org/officeDocument/2006/relationships/tags" Target="../tags/tag432.xml"/><Relationship Id="rId5" Type="http://schemas.openxmlformats.org/officeDocument/2006/relationships/tags" Target="../tags/tag431.xml"/><Relationship Id="rId4" Type="http://schemas.openxmlformats.org/officeDocument/2006/relationships/tags" Target="../tags/tag430.xml"/><Relationship Id="rId3" Type="http://schemas.openxmlformats.org/officeDocument/2006/relationships/image" Target="../media/image27.jpeg"/><Relationship Id="rId2" Type="http://schemas.openxmlformats.org/officeDocument/2006/relationships/tags" Target="../tags/tag429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439.xml"/><Relationship Id="rId12" Type="http://schemas.openxmlformats.org/officeDocument/2006/relationships/tags" Target="../tags/tag438.xml"/><Relationship Id="rId11" Type="http://schemas.openxmlformats.org/officeDocument/2006/relationships/tags" Target="../tags/tag437.xml"/><Relationship Id="rId10" Type="http://schemas.openxmlformats.org/officeDocument/2006/relationships/tags" Target="../tags/tag436.xml"/><Relationship Id="rId1" Type="http://schemas.openxmlformats.org/officeDocument/2006/relationships/tags" Target="../tags/tag428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tags" Target="../tags/tag440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49.xml"/><Relationship Id="rId8" Type="http://schemas.openxmlformats.org/officeDocument/2006/relationships/tags" Target="../tags/tag448.xml"/><Relationship Id="rId7" Type="http://schemas.openxmlformats.org/officeDocument/2006/relationships/image" Target="../media/image29.jpeg"/><Relationship Id="rId6" Type="http://schemas.openxmlformats.org/officeDocument/2006/relationships/tags" Target="../tags/tag447.xml"/><Relationship Id="rId5" Type="http://schemas.openxmlformats.org/officeDocument/2006/relationships/tags" Target="../tags/tag446.xml"/><Relationship Id="rId4" Type="http://schemas.openxmlformats.org/officeDocument/2006/relationships/tags" Target="../tags/tag445.xml"/><Relationship Id="rId3" Type="http://schemas.openxmlformats.org/officeDocument/2006/relationships/image" Target="../media/image28.jpeg"/><Relationship Id="rId2" Type="http://schemas.openxmlformats.org/officeDocument/2006/relationships/tags" Target="../tags/tag444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453.xml"/><Relationship Id="rId13" Type="http://schemas.openxmlformats.org/officeDocument/2006/relationships/tags" Target="../tags/tag452.xml"/><Relationship Id="rId12" Type="http://schemas.openxmlformats.org/officeDocument/2006/relationships/tags" Target="../tags/tag451.xml"/><Relationship Id="rId11" Type="http://schemas.openxmlformats.org/officeDocument/2006/relationships/image" Target="../media/image30.jpeg"/><Relationship Id="rId10" Type="http://schemas.openxmlformats.org/officeDocument/2006/relationships/tags" Target="../tags/tag450.xml"/><Relationship Id="rId1" Type="http://schemas.openxmlformats.org/officeDocument/2006/relationships/tags" Target="../tags/tag44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62.xml"/><Relationship Id="rId8" Type="http://schemas.openxmlformats.org/officeDocument/2006/relationships/tags" Target="../tags/tag461.xml"/><Relationship Id="rId7" Type="http://schemas.openxmlformats.org/officeDocument/2006/relationships/tags" Target="../tags/tag460.xml"/><Relationship Id="rId6" Type="http://schemas.openxmlformats.org/officeDocument/2006/relationships/tags" Target="../tags/tag459.xml"/><Relationship Id="rId5" Type="http://schemas.openxmlformats.org/officeDocument/2006/relationships/tags" Target="../tags/tag458.xml"/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464.xml"/><Relationship Id="rId10" Type="http://schemas.openxmlformats.org/officeDocument/2006/relationships/tags" Target="../tags/tag463.xml"/><Relationship Id="rId1" Type="http://schemas.openxmlformats.org/officeDocument/2006/relationships/tags" Target="../tags/tag45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4.xml"/><Relationship Id="rId3" Type="http://schemas.openxmlformats.org/officeDocument/2006/relationships/tags" Target="../tags/tag467.xml"/><Relationship Id="rId2" Type="http://schemas.openxmlformats.org/officeDocument/2006/relationships/tags" Target="../tags/tag466.xml"/><Relationship Id="rId1" Type="http://schemas.openxmlformats.org/officeDocument/2006/relationships/tags" Target="../tags/tag4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2026/01/19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Jerry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机器学习基础原理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机器学习典型算法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机器学习应用场景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机器学习图表可视化分析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机器学习基础原理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基本概念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762000" y="1677035"/>
            <a:ext cx="4669155" cy="1543685"/>
          </a:xfrm>
        </p:spPr>
        <p:txBody>
          <a:bodyPr>
            <a:normAutofit lnSpcReduction="20000"/>
          </a:bodyPr>
          <a:p>
            <a:r>
              <a:rPr lang="zh-CN" altLang="en-US">
                <a:sym typeface="+mn-ea"/>
              </a:rPr>
              <a:t>监督学习</a:t>
            </a:r>
            <a:r>
              <a:rPr lang="en-US" altLang="zh-CN">
                <a:sym typeface="+mn-ea"/>
              </a:rPr>
              <a:t>：</a:t>
            </a:r>
            <a:endParaRPr lang="en-US" altLang="zh-CN">
              <a:sym typeface="+mn-ea"/>
            </a:endParaRPr>
          </a:p>
          <a:p>
            <a:r>
              <a:rPr lang="zh-CN" altLang="en-US"/>
              <a:t>如垃圾邮件识别，系统通过标记好的邮件数据学习，当收到新邮件时，可判断其是否为垃圾邮件，像Gmail的垃圾邮件过滤功能。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762000" y="3395345"/>
            <a:ext cx="6172200" cy="1125855"/>
          </a:xfrm>
        </p:spPr>
        <p:txBody>
          <a:bodyPr>
            <a:normAutofit/>
          </a:bodyPr>
          <a:p>
            <a:r>
              <a:rPr lang="zh-CN" altLang="en-US"/>
              <a:t>无监督学习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电商平台对用户购物数据聚类分析，如亚马逊将购买习惯相似的用户分群，实现商品精准推荐，提升用户购买率。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762000" y="5122545"/>
            <a:ext cx="6172200" cy="1125855"/>
          </a:xfrm>
        </p:spPr>
        <p:txBody>
          <a:bodyPr>
            <a:normAutofit/>
          </a:bodyPr>
          <a:p>
            <a:r>
              <a:rPr lang="zh-CN" altLang="en-US"/>
              <a:t>强化学习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AlphaGo通过与自己对弈不断学习，在与李世石的围棋比赛中，运用强化学习策略取得胜利，展现了AI的决策能力。</a:t>
            </a:r>
            <a:endParaRPr lang="zh-CN" altLang="en-US"/>
          </a:p>
        </p:txBody>
      </p:sp>
      <p:pic>
        <p:nvPicPr>
          <p:cNvPr id="16" name="图片 15" descr="截屏2026-01-20 16.23.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755" y="910590"/>
            <a:ext cx="6171565" cy="264858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学习类型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b84a1fe-f4e4-11f0-911a-4e6233127c8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57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监督学习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通过标注数据训练模型，如垃圾邮件识别系统，利用已标记的垃圾邮件样本学习分类规则，准确率可达98%。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b84a288-f4e4-11f0-911a-4e6233127c8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无监督学习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无需人工标注数据，如电商平台用K-means算法对用户购物行为聚类，划分出不同消费偏好群体。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b84a2b4-f4e4-11f0-911a-4e6233127c8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18750" r="18750"/>
          <a:stretch>
            <a:fillRect/>
          </a:stretch>
        </p:blipFill>
        <p:spPr>
          <a:xfrm>
            <a:off x="909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强化学习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智能体通过与环境交互试错学习，如AlphaGo通过数百万次自我对弈，逐步优化围棋落子策略战胜人类冠军。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模型训练过程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/>
          <p:cNvPicPr/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" y="1978660"/>
            <a:ext cx="487680" cy="48768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数据预处理与特征工程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如电商平台构建推荐模型时，需对用户行为数据去重、归一化，提取浏览时长、购买频率等特征，像淘宝用此优化商品推荐。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/>
          <p:cNvPicPr/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6560" y="1978660"/>
            <a:ext cx="487680" cy="48768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模型选择与参数初始化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选择逻辑回归还是决策树需依据场景，如银行风控常用随机森林，初始参数可设学习率0.01、树深度5，参考scikit-learn默认值。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/>
          <p:cNvPicPr/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7760" y="4493260"/>
            <a:ext cx="487680" cy="48768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迭代训练与参数调优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以图像识别为例，用MNIST数据集训练CNN，通过50轮迭代，调整卷积核大小至3×3，准确率从78%提升至92%。</a:t>
            </a:r>
            <a:endParaRPr lang="zh-CN" altLang="en-US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/>
          <p:cNvPicPr/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6560" y="4493260"/>
            <a:ext cx="487680" cy="48768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模型评估与验证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用测试集评估模型，如医疗诊断模型需计算精确率、召回率，某肿瘤预测模型经交叉验证，F1值达0.89。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机器学习典型算法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决策树算法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b754e50-f4e4-11f0-b7e0-6adb701640ce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基本原理与结构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决策树通过递归划分特征空间构建树状模型，如ID3算法以信息增益为准则，从根节点开始选择最优特征分裂。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b754d97-f4e4-11f0-b7e0-6adb701640ce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经典算法与应用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C4.5算法在医疗诊断中应用广泛，某医院用其分析患者症状数据，辅助判断糖尿病风险，准确率达85%。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b754eaf-f4e4-11f0-b7e0-6adb701640ce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优缺点分析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决策树优点是可解释性强，如银行用它解释贷款审批结果；缺点是易过拟合，需通过剪枝优化。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支持向量机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b81d52e-f4e4-11f0-911a-4e6233127c86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68" b="368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算法核心原理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支持向量机通过寻找最优超平面实现分类，如在二维空间中，用直线分隔不同类别的样本点，支持向量是距离超平面最近的样本。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b81d532-f4e4-11f0-911a-4e6233127c86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4216400"/>
            <a:ext cx="3454400" cy="2032000"/>
          </a:xfrm>
          <a:custGeom>
            <a:avLst/>
            <a:gdLst>
              <a:gd name="connisteX0" fmla="*/ 0 w 3454400"/>
              <a:gd name="connsiteY0" fmla="*/ 0 h 2032000"/>
              <a:gd name="connisteX1" fmla="*/ 3454400 w 3454400"/>
              <a:gd name="connsiteY1" fmla="*/ 0 h 2032000"/>
              <a:gd name="connisteX2" fmla="*/ 3454400 w 3454400"/>
              <a:gd name="connsiteY2" fmla="*/ 1828800 h 2032000"/>
              <a:gd name="connisteX3" fmla="*/ 3251200 w 3454400"/>
              <a:gd name="connsiteY3" fmla="*/ 2032000 h 2032000"/>
              <a:gd name="connisteX4" fmla="*/ 203200 w 3454400"/>
              <a:gd name="connsiteY4" fmla="*/ 2032000 h 2032000"/>
              <a:gd name="connisteX5" fmla="*/ 0 w 3454400"/>
              <a:gd name="connsiteY5" fmla="*/ 1828800 h 2032000"/>
              <a:gd name="connisteX6" fmla="*/ 0 w 34544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0"/>
                </a:moveTo>
                <a:lnTo>
                  <a:pt x="3454400" y="0"/>
                </a:ln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实际应用案例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在图像识别领域，支持向量机曾被用于手写数字识别，如美国邮政服务用其识别信封上的手写邮编，准确率达98%以上。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b81d5b2-f4e4-11f0-911a-4e6233127c86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t="368" b="368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核函数作用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核函数能将低维非线性数据映射到高维空间，使其线性可分，常用的RBF核可处理复杂的非线性分类问题，如文本分类中的情感分析。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神经网络算法</a:t>
            </a:r>
            <a:endParaRPr lang="zh-CN" altLang="en-US"/>
          </a:p>
        </p:txBody>
      </p:sp>
      <p:pic>
        <p:nvPicPr>
          <p:cNvPr id="3" name="内容占位符 2" descr="9b07bd6e-f4e4-11f0-b7e0-6adb701640ce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579" b="579"/>
          <a:stretch>
            <a:fillRect/>
          </a:stretch>
        </p:blipFill>
        <p:spPr>
          <a:xfrm>
            <a:off x="609600" y="34036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前馈神经网络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广泛应用于图像识别，如LeNet-5模型，1998年用于手写数字识别，准确率超99%，开启深度学习应用先河。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循环神经网络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在自然语言处理中表现突出，像LSTM模型，被谷歌翻译用于上下文语义理解，提升翻译准确率约15%。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卷积神经网络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经典应用如AlexNet，2012年ImageNet竞赛夺冠，错误率比传统方法降低10%，推动计算机视觉发展。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随机森林算法</a:t>
            </a:r>
            <a:endParaRPr lang="zh-CN" altLang="en-US"/>
          </a:p>
        </p:txBody>
      </p:sp>
      <p:pic>
        <p:nvPicPr>
          <p:cNvPr id="3" name="内容占位符 2" descr="9b397a7f-f4e4-11f0-b7e0-6adb701640ce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549" r="549"/>
          <a:stretch>
            <a:fillRect/>
          </a:stretch>
        </p:blipFill>
        <p:spPr>
          <a:xfrm>
            <a:off x="609600" y="609600"/>
            <a:ext cx="10972800" cy="2641600"/>
          </a:xfrm>
          <a:custGeom>
            <a:avLst/>
            <a:gdLst>
              <a:gd name="connisteX0" fmla="*/ 0 w 10972800"/>
              <a:gd name="connsiteY0" fmla="*/ 203200 h 2641600"/>
              <a:gd name="connisteX1" fmla="*/ 203200 w 10972800"/>
              <a:gd name="connsiteY1" fmla="*/ 0 h 2641600"/>
              <a:gd name="connisteX2" fmla="*/ 10769600 w 10972800"/>
              <a:gd name="connsiteY2" fmla="*/ 0 h 2641600"/>
              <a:gd name="connisteX3" fmla="*/ 10972800 w 10972800"/>
              <a:gd name="connsiteY3" fmla="*/ 203200 h 2641600"/>
              <a:gd name="connisteX4" fmla="*/ 10972800 w 10972800"/>
              <a:gd name="connsiteY4" fmla="*/ 2438400 h 2641600"/>
              <a:gd name="connisteX5" fmla="*/ 10769600 w 10972800"/>
              <a:gd name="connsiteY5" fmla="*/ 2641600 h 2641600"/>
              <a:gd name="connisteX6" fmla="*/ 203200 w 10972800"/>
              <a:gd name="connsiteY6" fmla="*/ 2641600 h 2641600"/>
              <a:gd name="connisteX7" fmla="*/ 0 w 10972800"/>
              <a:gd name="connsiteY7" fmla="*/ 2438400 h 2641600"/>
              <a:gd name="connisteX8" fmla="*/ 0 w 109728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438400"/>
                </a:lnTo>
                <a:cubicBezTo>
                  <a:pt x="10972800" y="2550624"/>
                  <a:pt x="10881824" y="2641600"/>
                  <a:pt x="107696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算法原理与构建流程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lnSpcReduction="20000"/>
          </a:bodyPr>
          <a:p>
            <a:r>
              <a:rPr lang="zh-CN" altLang="en-US"/>
              <a:t>随机森林通过集成多棵决策树，对样本和特征进行随机采样，如用Breiman提出的Bagging方法，每棵树独立训练后投票输出结果。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企业应用案例</a:t>
            </a:r>
            <a:endParaRPr lang="zh-CN" altLang="en-US" sz="14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某电商平台利用随机森林预测用户购买行为，通过分析历史数据，准确率较传统模型提升15%，年销售额增加800万元。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优缺点分析</a:t>
            </a:r>
            <a:endParaRPr lang="zh-CN" altLang="en-US" sz="14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优点是抗过拟合能力强，可处理高维数据；缺点是模型复杂，在移动端等资源受限场景部署时响应速度较慢。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K近邻算法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算法核心原理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K近邻算法通过计算待分类样本与训练集中K个最近样本的距离，多数表决确定类别，如鸢尾花数据集分类中常用欧氏距离。</a:t>
            </a:r>
            <a:endParaRPr lang="zh-CN" altLang="en-US"/>
          </a:p>
        </p:txBody>
      </p:sp>
      <p:sp>
        <p:nvSpPr>
          <p:cNvPr id="6" name="装饰  4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实际应用案例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电商平台如亚马逊用K近邻算法推荐商品，基于用户浏览历史与相似用户偏好，推荐准确率提升约20%。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算法优化方向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为解决计算量大问题，可采用KD树、球树等数据结构，在百万级样本数据中查询速度提升3-5倍。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机器学习应用场景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金融领域应用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98dbb76e-f4e4-11f0-9c1a-e2449260f450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l="2533" r="2533"/>
          <a:stretch>
            <a:fillRect/>
          </a:stretch>
        </p:blipFill>
        <p:spPr>
          <a:xfrm>
            <a:off x="914400" y="1828800"/>
            <a:ext cx="2844800" cy="193040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信用风险评估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多家银行采用机器学习模型分析客户交易数据，如蚂蚁集团“芝麻信用”通过多维度数据评估个人信用分，辅助信贷决策。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98dbb919-f4e4-11f0-9c1a-e2449260f450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l="877" r="877"/>
          <a:stretch>
            <a:fillRect/>
          </a:stretch>
        </p:blipFill>
        <p:spPr>
          <a:xfrm>
            <a:off x="4673600" y="1828800"/>
            <a:ext cx="2844800" cy="1930400"/>
          </a:xfrm>
          <a:prstGeom prst="rect">
            <a:avLst/>
          </a:pr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高频交易优化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华尔街投行利用机器学习算法预测市场波动，摩根大通的LOXM系统可在毫秒级完成交易决策，提升收益率。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98dbb869-f4e4-11f0-9c1a-e2449260f450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6140" t="14955" r="10307"/>
          <a:stretch>
            <a:fillRect/>
          </a:stretch>
        </p:blipFill>
        <p:spPr>
          <a:xfrm>
            <a:off x="8432800" y="1828800"/>
            <a:ext cx="2844800" cy="19304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反欺诈检测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PayPal运用机器学习实时监控交易，通过用户行为模式识别异常操作，2023年将欺诈率控制在0.32%以下。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医疗行业应用</a:t>
            </a:r>
            <a:endParaRPr lang="zh-CN" altLang="en-US"/>
          </a:p>
        </p:txBody>
      </p:sp>
      <p:pic>
        <p:nvPicPr>
          <p:cNvPr id="3" name="内容占位符 2" descr="987cf3b7-f4e4-11f0-bc4d-5eb8103ac92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63" b="63"/>
          <a:stretch>
            <a:fillRect/>
          </a:stretch>
        </p:blipFill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疾病风险预测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谷歌DeepMind开发的AlphaFold能预测2.3亿种蛋白质结构，助力阿尔茨海默病等疾病早期风险评估，准确率超传统方法30%。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医学影像诊断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推想科技AI系统通过CT影像识别肺结节，准确率达96.8%，已在全国300余家医院应用，辅助医生提升诊断效率。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个性化治疗方案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美国梅奥诊所利用机器学习分析癌症患者基因数据，为晚期肺癌患者定制靶向治疗方案，生存期平均延长14.2个月。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机器学习图表可视化分析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常见可视化图表类型</a:t>
            </a:r>
            <a:endParaRPr lang="zh-CN" altLang="en-US"/>
          </a:p>
        </p:txBody>
      </p:sp>
      <p:pic>
        <p:nvPicPr>
          <p:cNvPr id="3" name="图片占位符 2" descr="9b52f3fb-f4e4-11f0-8c98-0285023d19ed"/>
          <p:cNvPicPr>
            <a:picLocks noChangeAspect="1"/>
          </p:cNvPicPr>
          <p:nvPr>
            <p:ph type="pic" idx="16392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1684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散点图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在波士顿房价预测中，用散点图展示房屋面积与价格的关系，可直观发现两者正相关，帮助识别异常值。</a:t>
            </a:r>
            <a:endParaRPr lang="zh-CN" altLang="en-US"/>
          </a:p>
        </p:txBody>
      </p:sp>
      <p:pic>
        <p:nvPicPr>
          <p:cNvPr id="6" name="图片占位符 5" descr="9b52f3eb-f4e4-11f0-8c98-0285023d19ed"/>
          <p:cNvPicPr>
            <a:picLocks noChangeAspect="1"/>
          </p:cNvPicPr>
          <p:nvPr>
            <p:ph type="pic" idx="16393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50292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混淆矩阵热力图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在医疗影像分类任务中，热力图能清晰显示模型对各类疾病的预测准确率，如某AI系统肺癌识别的混淆矩阵。</a:t>
            </a:r>
            <a:endParaRPr lang="zh-CN" altLang="en-US"/>
          </a:p>
        </p:txBody>
      </p:sp>
      <p:pic>
        <p:nvPicPr>
          <p:cNvPr id="9" name="图片占位符 8" descr="9b52f45b-f4e4-11f0-8c98-0285023d19ed"/>
          <p:cNvPicPr>
            <a:picLocks noChangeAspect="1"/>
          </p:cNvPicPr>
          <p:nvPr>
            <p:ph type="pic" idx="16394"/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8890000" y="1752600"/>
            <a:ext cx="2133600" cy="2133600"/>
          </a:xfrm>
          <a:custGeom>
            <a:avLst/>
            <a:gdLst>
              <a:gd name="connisteX0" fmla="*/ 0 w 2133600"/>
              <a:gd name="connsiteY0" fmla="*/ 1066800 h 2133600"/>
              <a:gd name="connisteX1" fmla="*/ 1066800 w 2133600"/>
              <a:gd name="connsiteY1" fmla="*/ 0 h 2133600"/>
              <a:gd name="connisteX2" fmla="*/ 1066800 w 2133600"/>
              <a:gd name="connsiteY2" fmla="*/ 0 h 2133600"/>
              <a:gd name="connisteX3" fmla="*/ 2133600 w 2133600"/>
              <a:gd name="connsiteY3" fmla="*/ 1066800 h 2133600"/>
              <a:gd name="connisteX4" fmla="*/ 2133600 w 2133600"/>
              <a:gd name="connsiteY4" fmla="*/ 1066800 h 2133600"/>
              <a:gd name="connisteX5" fmla="*/ 1066800 w 2133600"/>
              <a:gd name="connsiteY5" fmla="*/ 2133600 h 2133600"/>
              <a:gd name="connisteX6" fmla="*/ 1066800 w 2133600"/>
              <a:gd name="connsiteY6" fmla="*/ 2133600 h 2133600"/>
              <a:gd name="connisteX7" fmla="*/ 0 w 2133600"/>
              <a:gd name="connsiteY7" fmla="*/ 1066800 h 2133600"/>
              <a:gd name="connisteX8" fmla="*/ 0 w 2133600"/>
              <a:gd name="connsiteY8" fmla="*/ 1066800 h 2133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133600" h="2133600">
                <a:moveTo>
                  <a:pt x="0" y="1066800"/>
                </a:moveTo>
                <a:cubicBezTo>
                  <a:pt x="0" y="477623"/>
                  <a:pt x="477623" y="0"/>
                  <a:pt x="1066800" y="0"/>
                </a:cubicBezTo>
                <a:lnTo>
                  <a:pt x="1066800" y="0"/>
                </a:lnTo>
                <a:cubicBezTo>
                  <a:pt x="1655977" y="0"/>
                  <a:pt x="2133600" y="477623"/>
                  <a:pt x="2133600" y="1066800"/>
                </a:cubicBezTo>
                <a:lnTo>
                  <a:pt x="2133600" y="1066800"/>
                </a:lnTo>
                <a:cubicBezTo>
                  <a:pt x="2133600" y="1655977"/>
                  <a:pt x="1655977" y="2133600"/>
                  <a:pt x="1066800" y="2133600"/>
                </a:cubicBezTo>
                <a:lnTo>
                  <a:pt x="1066800" y="2133600"/>
                </a:lnTo>
                <a:cubicBezTo>
                  <a:pt x="477623" y="2133600"/>
                  <a:pt x="0" y="1655977"/>
                  <a:pt x="0" y="1066800"/>
                </a:cubicBezTo>
                <a:lnTo>
                  <a:pt x="0" y="10668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ROC曲线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在信用卡欺诈检测中，绘制ROC曲线并计算AUC值，某银行模型AUC达0.92，体现其良好区分欺诈与正常交易能力。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可视化工具介绍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Python数据可视化库Matplotlib</a:t>
            </a:r>
            <a:endParaRPr lang="zh-CN" altLang="en-US" sz="1400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作为Python生态主流工具，可绘制折线图、散点图等，如某高校用其分析机器学习模型训练误差趋势，直观展示迭代效果。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BI工具Tableau</a:t>
            </a:r>
            <a:endParaRPr lang="zh-CN" altLang="en-US" sz="1400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支持拖拽式操作，某电商企业用它实时可视化用户行为数据，通过热力图发现高转化路径，辅助营销策略制定。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机器学习专用可视化工具Yellowbrick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专为模型评估设计，能生成ROC曲线、特征重要性图，某AI公司用其优化随机森林模型，提升预测准确率12%。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3df2924934cc7a0837f62eb9277f3071b3c256d"/>
  <p:tag name="KSO_WM_NEWLAYOUT_GROUP_ID" val="layout_10003"/>
  <p:tag name="KSO_WM_NEWLAYOUT_ID" val="slide_10cd397e0139f3d8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d14e985356aff444ff968f32dda73ac2abe51cf"/>
  <p:tag name="KSO_WM_NEWLAYOUT_GROUP_ID" val="layout_34"/>
  <p:tag name="KSO_WM_NEWLAYOUT_ID" val="slide_dd86963abb239797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18f55244be13f40f17b8cb4378cf5fd6da40a6f"/>
  <p:tag name="KSO_WM_NEWLAYOUT_GROUP_ID" val="layout_51"/>
  <p:tag name="KSO_WM_NEWLAYOUT_ID" val="slide_5f9bbafbd906f1fe"/>
</p:tagLst>
</file>

<file path=ppt/tags/tag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e7fc774a1ff66acfca2bca17a4a7760e28c123"/>
  <p:tag name="KSO_WM_NEWLAYOUT_GROUP_ID" val="layout_48"/>
  <p:tag name="KSO_WM_NEWLAYOUT_ID" val="slide_f40f4095b76ee3a8"/>
</p:tagLst>
</file>

<file path=ppt/tags/tag4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e7ab48ce91541db9fd50f3900d87e4d7ed5ae0"/>
  <p:tag name="KSO_WM_NEWLAYOUT_GROUP_ID" val="layout_10004"/>
  <p:tag name="KSO_WM_NEWLAYOUT_ID" val="slide_5590a1d109e7c98d"/>
</p:tagLst>
</file>

<file path=ppt/tags/tag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c0b4d418cc2d1252628fa143b9df2c9a38f8dc"/>
  <p:tag name="KSO_WM_NEWLAYOUT_GROUP_ID" val="layout_63"/>
  <p:tag name="KSO_WM_NEWLAYOUT_ID" val="slide_5f00fb856a8539b3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ea1975cadc3f5e0d8c934e424218f45cafc741"/>
  <p:tag name="KSO_WM_NEWLAYOUT_GROUP_ID" val="layout_62"/>
  <p:tag name="KSO_WM_NEWLAYOUT_ID" val="slide_5d511e6d513da58e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4bb0d888e89ebdadbcfd11cfcc54db2992cdbf"/>
  <p:tag name="KSO_WM_NEWLAYOUT_GROUP_ID" val="layout_26"/>
  <p:tag name="KSO_WM_NEWLAYOUT_ID" val="slide_33b65c8d547e38d4"/>
</p:tagLst>
</file>

<file path=ppt/tags/tag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3d28c1860e4f7a0fae3c4666f6eb7bc10b53a7"/>
  <p:tag name="KSO_WM_NEWLAYOUT_GROUP_ID" val="layout_2"/>
  <p:tag name="KSO_WM_NEWLAYOUT_ID" val="slide_601b8a6f8f27b735"/>
</p:tagLst>
</file>

<file path=ppt/tags/tag1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4a638c7651d7f3d4f89c18f722923e09fcd5dd"/>
  <p:tag name="KSO_WM_NEWLAYOUT_GROUP_ID" val="layout_32"/>
  <p:tag name="KSO_WM_NEWLAYOUT_ID" val="slide_f95b87826d1fb558"/>
</p:tagLst>
</file>

<file path=ppt/tags/tag1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3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3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4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4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4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a8fa1f1babdcacd5f720c6c69e35a570b0c06f"/>
  <p:tag name="KSO_WM_NEWLAYOUT_GROUP_ID" val="layout_31"/>
  <p:tag name="KSO_WM_NEWLAYOUT_ID" val="slide_ea14bcc1890a96c2"/>
</p:tagLst>
</file>

<file path=ppt/tags/tag1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f9bf0a9b0c804693c4fc139215cb4d3b3849aa"/>
  <p:tag name="KSO_WM_NEWLAYOUT_GROUP_ID" val="layout_6"/>
  <p:tag name="KSO_WM_NEWLAYOUT_ID" val="slide_a9b8dd85d7f4ac41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98430bec23224a29e2e88cf3f5e390fd62ea98"/>
  <p:tag name="KSO_WM_NEWLAYOUT_GROUP_ID" val="layout_1-5"/>
  <p:tag name="KSO_WM_NEWLAYOUT_ID" val="slide_61223ae7a7f7aefc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9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2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0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10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4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15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16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217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2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2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23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3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23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</p:tagLst>
</file>

<file path=ppt/tags/tag24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7cdcf741fd3296900c18ab772f0aa7cede2bb16"/>
  <p:tag name="KSO_WM_NEWLAYOUT_ID" val="2142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a*1"/>
  <p:tag name="KSO_WM_UNIT_LAYERLEVEL" val="1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9*f*2"/>
  <p:tag name="KSO_WM_UNIT_LAYERLEVEL" val="1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83b327c18b4bbd9df7f427de82b99ce0065b8d"/>
  <p:tag name="KSO_WM_NEWLAYOUT_ID" val="214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</p:tagLst>
</file>

<file path=ppt/tags/tag250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10*e*1"/>
  <p:tag name="KSO_WM_UNIT_LAYERLEVEL" val="1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5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25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3229f708229fc99f256246d43846afe9f18b3a3"/>
  <p:tag name="KSO_WM_NEWLAYOUT_ID" val="2154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257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8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9.xml><?xml version="1.0" encoding="utf-8"?>
<p:tagLst xmlns:p="http://schemas.openxmlformats.org/presentationml/2006/main">
  <p:tag name="KSO_WM_UNIT_ID" val="_1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26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a1a1d9997f5d6864728d7948c5cabf81232cf1b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26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1"/>
  <p:tag name="KSO_WM_UNIT_LAYERLEVEL" val="1_1_1"/>
  <p:tag name="KSO_WM_TAG_VERSION" val="3.0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1_2"/>
  <p:tag name="KSO_WM_UNIT_LAYERLEVEL" val="1_1_1"/>
  <p:tag name="KSO_WM_TAG_VERSION" val="3.0"/>
</p:tagLst>
</file>

<file path=ppt/tags/tag264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1_1"/>
  <p:tag name="KSO_WM_UNIT_LAYERLEVEL" val="1_1_1"/>
  <p:tag name="KSO_WM_TAG_VERSION" val="3.0"/>
</p:tagLst>
</file>

<file path=ppt/tags/tag26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1"/>
  <p:tag name="KSO_WM_UNIT_LAYERLEVEL" val="1_1_1"/>
  <p:tag name="KSO_WM_TAG_VERSION" val="3.0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2_2"/>
  <p:tag name="KSO_WM_UNIT_LAYERLEVEL" val="1_1_1"/>
  <p:tag name="KSO_WM_TAG_VERSION" val="3.0"/>
</p:tagLst>
</file>

<file path=ppt/tags/tag267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2_1"/>
  <p:tag name="KSO_WM_UNIT_LAYERLEVEL" val="1_1_1"/>
  <p:tag name="KSO_WM_TAG_VERSION" val="3.0"/>
</p:tagLst>
</file>

<file path=ppt/tags/tag26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1"/>
  <p:tag name="KSO_WM_UNIT_LAYERLEVEL" val="1_1_1"/>
  <p:tag name="KSO_WM_TAG_VERSION" val="3.0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3_2"/>
  <p:tag name="KSO_WM_UNIT_LAYERLEVEL" val="1_1_1"/>
  <p:tag name="KSO_WM_TAG_VERSION" val="3.0"/>
</p:tagLst>
</file>

<file path=ppt/tags/tag270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3_1"/>
  <p:tag name="KSO_WM_UNIT_LAYERLEVEL" val="1_1_1"/>
  <p:tag name="KSO_WM_TAG_VERSION" val="3.0"/>
</p:tagLst>
</file>

<file path=ppt/tags/tag27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1"/>
  <p:tag name="KSO_WM_UNIT_LAYERLEVEL" val="1_1_1"/>
  <p:tag name="KSO_WM_TAG_VERSION" val="3.0"/>
</p:tagLst>
</file>

<file path=ppt/tags/tag27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2*l_h_i*1_4_2"/>
  <p:tag name="KSO_WM_UNIT_LAYERLEVEL" val="1_1_1"/>
  <p:tag name="KSO_WM_TAG_VERSION" val="3.0"/>
</p:tagLst>
</file>

<file path=ppt/tags/tag27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l_h_a*1_4_1"/>
  <p:tag name="KSO_WM_UNIT_LAYERLEVEL" val="1_1_1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8887"/>
</p:tagLst>
</file>

<file path=ppt/tags/tag27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TEMPLATE_CATEGORY" val="custom"/>
  <p:tag name="KSO_WM_TEMPLATE_INDEX" val="40498887"/>
</p:tagLst>
</file>

<file path=ppt/tags/tag28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AG_VERSION" val="3.0"/>
  <p:tag name="KSO_WM_TEMPLATE_MASTER_TYPE" val="0"/>
  <p:tag name="KSO_WM_TEMPLATE_COLOR_TYPE" val="0"/>
  <p:tag name="KSO_WM_TEMPLATE_CATEGORY" val="custom"/>
  <p:tag name="KSO_WM_TEMPLATE_INDEX" val="40498887"/>
</p:tagLst>
</file>

<file path=ppt/tags/tag281.xml><?xml version="1.0" encoding="utf-8"?>
<p:tagLst xmlns:p="http://schemas.openxmlformats.org/presentationml/2006/main">
  <p:tag name="KSO_WM_AITEMPLATE_STYLE_ID" val="69796650583"/>
</p:tagLst>
</file>

<file path=ppt/tags/tag28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1*f*1"/>
  <p:tag name="KSO_WM_TEMPLATE_CATEGORY" val="custom"/>
  <p:tag name="KSO_WM_TEMPLATE_INDEX" val="40498887"/>
  <p:tag name="KSO_WM_UNIT_LAYERLEVEL" val="1"/>
  <p:tag name="KSO_WM_TAG_VERSION" val="3.0"/>
</p:tagLst>
</file>

<file path=ppt/tags/tag28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7cdcf741fd3296900c18ab772f0aa7cede2bb16"/>
  <p:tag name="KSO_WM_NEWLAYOUT_ID" val="2142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1*a*1"/>
  <p:tag name="KSO_WM_TEMPLATE_CATEGORY" val="custom"/>
  <p:tag name="KSO_WM_TEMPLATE_INDEX" val="40498887"/>
  <p:tag name="KSO_WM_UNIT_LAYERLEVEL" val="1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1*f*2"/>
  <p:tag name="KSO_WM_TEMPLATE_CATEGORY" val="custom"/>
  <p:tag name="KSO_WM_TEMPLATE_INDEX" val="40498887"/>
  <p:tag name="KSO_WM_UNIT_LAYERLEVEL" val="1"/>
  <p:tag name="KSO_WM_TAG_VERSION" val="3.0"/>
</p:tagLst>
</file>

<file path=ppt/tags/tag285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AG_VERSION" val="3.0"/>
  <p:tag name="KSO_WM_SLIDE_ID" val="custom40498887_1"/>
  <p:tag name="KSO_WM_TEMPLATE_MASTER_TYPE" val="0"/>
  <p:tag name="KSO_WM_TEMPLATE_COLOR_TYPE" val="0"/>
  <p:tag name="KSO_WM_SLIDE_INDEX" val="1"/>
  <p:tag name="KSO_WM_TEMPLATE_CATEGORY" val="custom"/>
  <p:tag name="KSO_WM_TEMPLATE_INDEX" val="40498887"/>
  <p:tag name="KSO_WM_SLIDE_LAYOUT" val="a_f"/>
  <p:tag name="KSO_WM_SLIDE_LAYOUT_CNT" val="1_2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298430bec23224a29e2e88cf3f5e390fd62ea98"/>
  <p:tag name="KSO_WM_NEWLAYOUT_GROUP_ID" val="layout_1-5"/>
  <p:tag name="KSO_WM_NEWLAYOUT_ID" val="slide_61223ae7a7f7aefc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9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9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9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0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50583"/>
  <p:tag name="KSO_WM_TEMPLATE_SLIDE_ID" val="slide_61223ae7a7f7aefc"/>
</p:tagLst>
</file>

<file path=ppt/tags/tag30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83b327c18b4bbd9df7f427de82b99ce0065b8d"/>
  <p:tag name="KSO_WM_NEWLAYOUT_ID" val="214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3*a*1"/>
  <p:tag name="KSO_WM_TEMPLATE_CATEGORY" val="custom"/>
  <p:tag name="KSO_WM_TEMPLATE_INDEX" val="40498887"/>
  <p:tag name="KSO_WM_UNIT_LAYERLEVEL" val="1"/>
  <p:tag name="KSO_WM_TAG_VERSION" val="3.0"/>
</p:tagLst>
</file>

<file path=ppt/tags/tag30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887_3*e*1"/>
  <p:tag name="KSO_WM_TEMPLATE_CATEGORY" val="custom"/>
  <p:tag name="KSO_WM_TEMPLATE_INDEX" val="40498887"/>
  <p:tag name="KSO_WM_UNIT_LAYERLEVEL" val="1"/>
  <p:tag name="KSO_WM_TAG_VERSION" val="3.0"/>
</p:tagLst>
</file>

<file path=ppt/tags/tag30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887_3"/>
  <p:tag name="KSO_WM_TEMPLATE_MASTER_TYPE" val="0"/>
  <p:tag name="KSO_WM_TEMPLATE_COLOR_TYPE" val="0"/>
  <p:tag name="KSO_WM_SLIDE_INDEX" val="3"/>
  <p:tag name="KSO_WM_TEMPLATE_CATEGORY" val="custom"/>
  <p:tag name="KSO_WM_TEMPLATE_INDEX" val="40498887"/>
  <p:tag name="KSO_WM_SLIDE_LAYOUT" val="a_e"/>
  <p:tag name="KSO_WM_SLIDE_LAYOUT_CNT" val="1_1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6f9bf0a9b0c804693c4fc139215cb4d3b3849aa"/>
  <p:tag name="KSO_WM_NEWLAYOUT_GROUP_ID" val="layout_6"/>
  <p:tag name="KSO_WM_NEWLAYOUT_ID" val="slide_a9b8dd85d7f4ac41"/>
  <p:tag name="KSO_WM_UNIT_PRESET_TEXT" val="单击此处添加标题"/>
</p:tagLst>
</file>

<file path=ppt/tags/tag30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a9b8dd85d7f4ac41"/>
</p:tagLst>
</file>

<file path=ppt/tags/tag3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a8fa1f1babdcacd5f720c6c69e35a570b0c06f"/>
  <p:tag name="KSO_WM_NEWLAYOUT_GROUP_ID" val="layout_31"/>
  <p:tag name="KSO_WM_NEWLAYOUT_ID" val="slide_ea14bcc1890a96c2"/>
  <p:tag name="KSO_WM_UNIT_PRESET_TEXT" val="单击此处添加标题"/>
</p:tagLst>
</file>

<file path=ppt/tags/tag3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7ab7c8338af183d7a349ff28e2f3be04_0.png?Expires=1768878709\u0026AWSAccessKeyId=AKLTHzmNYxS86KQFnb2pvxtA\u0026Signature=ZtzvhYKi9nd6rWplqU4MRJFK6Tw%3D&quot;,&quot;product_name&quot;:&quot;wps-wpp-mac&quot;,&quot;intention_code&quot;:&quot;wps_wpp_generate_theme_pay&quot;}*auto_cache_hit_3.0.4_prod*1768792307735_dab969_bcabf8c70da8-slide-4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fa769536-6a7a-477c-81b8-3d95a569735e.jpg?Expires=1800328313\u0026AWSAccessKeyId=AKLT9NSy7kh8TIS1UzNqLRY2\u0026Signature=Gdaw%2B902DHGO0lHznrFnEcVdeKA%3D&quot;,&quot;product_name&quot;:&quot;wps-wpp-mac&quot;,&quot;intention_code&quot;:&quot;wps_wpp_generate_theme_pay&quot;}*auto_qingqiu_3.0.4_prod*1768792307735_dab969_bcabf8c70da8-slide-4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676363928&quot;,&quot;product_name&quot;:&quot;wps-wpp-mac&quot;,&quot;intention_code&quot;:&quot;wps_wpp_generate_theme_pay&quot;}*auto_gallery_3.0.4_prod*1768792307735_dab969_bcabf8c70da8-slide-4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2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ea14bcc1890a96c2"/>
</p:tagLst>
</file>

<file path=ppt/tags/tag3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94a638c7651d7f3d4f89c18f722923e09fcd5dd"/>
  <p:tag name="KSO_WM_NEWLAYOUT_GROUP_ID" val="layout_32"/>
  <p:tag name="KSO_WM_NEWLAYOUT_ID" val="slide_f95b87826d1fb558"/>
  <p:tag name="KSO_WM_UNIT_PRESET_TEXT" val="单击此处添加标题"/>
</p:tagLst>
</file>

<file path=ppt/tags/tag3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2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2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3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33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3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3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4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344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50583"/>
  <p:tag name="KSO_WM_TEMPLATE_SLIDE_ID" val="slide_f95b87826d1fb558"/>
</p:tagLst>
</file>

<file path=ppt/tags/tag34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83b327c18b4bbd9df7f427de82b99ce0065b8d"/>
  <p:tag name="KSO_WM_NEWLAYOUT_ID" val="214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3*a*1"/>
  <p:tag name="KSO_WM_TEMPLATE_CATEGORY" val="custom"/>
  <p:tag name="KSO_WM_TEMPLATE_INDEX" val="40498887"/>
  <p:tag name="KSO_WM_UNIT_LAYERLEVEL" val="1"/>
  <p:tag name="KSO_WM_TAG_VERSION" val="3.0"/>
</p:tagLst>
</file>

<file path=ppt/tags/tag34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887_3*e*1"/>
  <p:tag name="KSO_WM_TEMPLATE_CATEGORY" val="custom"/>
  <p:tag name="KSO_WM_TEMPLATE_INDEX" val="40498887"/>
  <p:tag name="KSO_WM_UNIT_LAYERLEVEL" val="1"/>
  <p:tag name="KSO_WM_TAG_VERSION" val="3.0"/>
</p:tagLst>
</file>

<file path=ppt/tags/tag350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887_3"/>
  <p:tag name="KSO_WM_TEMPLATE_MASTER_TYPE" val="0"/>
  <p:tag name="KSO_WM_TEMPLATE_COLOR_TYPE" val="0"/>
  <p:tag name="KSO_WM_SLIDE_INDEX" val="3"/>
  <p:tag name="KSO_WM_TEMPLATE_CATEGORY" val="custom"/>
  <p:tag name="KSO_WM_TEMPLATE_INDEX" val="40498887"/>
  <p:tag name="KSO_WM_SLIDE_LAYOUT" val="a_e"/>
  <p:tag name="KSO_WM_SLIDE_LAYOUT_CNT" val="1_1"/>
</p:tagLst>
</file>

<file path=ppt/tags/tag3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f3d28c1860e4f7a0fae3c4666f6eb7bc10b53a7"/>
  <p:tag name="KSO_WM_NEWLAYOUT_GROUP_ID" val="layout_2"/>
  <p:tag name="KSO_WM_NEWLAYOUT_ID" val="slide_601b8a6f8f27b735"/>
  <p:tag name="KSO_WM_UNIT_PRESET_TEXT" val="单击此处添加标题"/>
</p:tagLst>
</file>

<file path=ppt/tags/tag3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0e38e9af-d33f-480b-ad44-07dec5b0ec99.jpg?Expires=1800328313\u0026AWSAccessKeyId=AKLT9NSy7kh8TIS1UzNqLRY2\u0026Signature=gOLPZoOnACWw1%2BL%2FT1mHufkOvKU%3D&quot;,&quot;product_name&quot;:&quot;wps-wpp-mac&quot;,&quot;intention_code&quot;:&quot;wps_wpp_generate_theme_pay&quot;}*auto_qingqiu_3.0.4_prod*1768792307735_dab969_bcabf8c70da8-slide-7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5d5c7078-d3dd-4994-be20-d96940361907.jpg?Expires=1800328313\u0026AWSAccessKeyId=AKLT9NSy7kh8TIS1UzNqLRY2\u0026Signature=6NWLNh%2FZMyPB%2BjJLadM1jYqISeQ%3D&quot;,&quot;product_name&quot;:&quot;wps-wpp-mac&quot;,&quot;intention_code&quot;:&quot;wps_wpp_generate_theme_pay&quot;}*auto_qingqiu_3.0.4_prod*1768792307735_dab969_bcabf8c70da8-slide-7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de23d0cb-9186-47a8-88e9-2238daee77d2.jpg?Expires=1800328314\u0026AWSAccessKeyId=AKLT9NSy7kh8TIS1UzNqLRY2\u0026Signature=Nwg38%2BF1GcRCand81N%2BOpGRuK%2Bc%3D&quot;,&quot;product_name&quot;:&quot;wps-wpp-mac&quot;,&quot;intention_code&quot;:&quot;wps_wpp_generate_theme_pay&quot;}*auto_qingqiu_3.0.4_prod*1768792307735_dab969_bcabf8c70da8-slide-7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601b8a6f8f27b735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4bb0d888e89ebdadbcfd11cfcc54db2992cdbf"/>
  <p:tag name="KSO_WM_NEWLAYOUT_GROUP_ID" val="layout_26"/>
  <p:tag name="KSO_WM_NEWLAYOUT_ID" val="slide_33b65c8d547e38d4"/>
  <p:tag name="KSO_WM_UNIT_PRESET_TEXT" val="单击此处添加标题"/>
</p:tagLst>
</file>

<file path=ppt/tags/tag3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7993deb7-bd1f-46f8-b5a6-6cda66a2f7c2.jpg?Expires=1800328313\u0026AWSAccessKeyId=AKLT9NSy7kh8TIS1UzNqLRY2\u0026Signature=MXYvmasuKs81oG7xJv%2BrZLs7If4%3D&quot;,&quot;product_name&quot;:&quot;wps-wpp-mac&quot;,&quot;intention_code&quot;:&quot;wps_wpp_generate_theme_pay&quot;}*auto_qingqiu_3.0.4_prod*1768792307735_dab969_bcabf8c70da8-slide-8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e150b950-2bd8-41f3-9974-96215aa64372.jpg?Expires=1800328314\u0026AWSAccessKeyId=AKLT9NSy7kh8TIS1UzNqLRY2\u0026Signature=jyWA7bNUF0W32u40yBdbbrfXM%2Fg%3D&quot;,&quot;product_name&quot;:&quot;wps-wpp-mac&quot;,&quot;intention_code&quot;:&quot;wps_wpp_generate_theme_pay&quot;}*auto_qingqiu_3.0.4_prod*1768792307735_dab969_bcabf8c70da8-slide-8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3174a9bf-9c3b-4757-b3db-c861af6fe187.jpg?Expires=1800328313\u0026AWSAccessKeyId=AKLT9NSy7kh8TIS1UzNqLRY2\u0026Signature=a6JDLvWtkrqMTsMOP76hYPTOFzA%3D&quot;,&quot;product_name&quot;:&quot;wps-wpp-mac&quot;,&quot;intention_code&quot;:&quot;wps_wpp_generate_theme_pay&quot;}*auto_qingqiu_3.0.4_prod*1768792307735_dab969_bcabf8c70da8-slide-8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33b65c8d547e38d4"/>
</p:tagLst>
</file>

<file path=ppt/tags/tag3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ea1975cadc3f5e0d8c934e424218f45cafc741"/>
  <p:tag name="KSO_WM_NEWLAYOUT_GROUP_ID" val="layout_62"/>
  <p:tag name="KSO_WM_NEWLAYOUT_ID" val="slide_5d511e6d513da58e"/>
  <p:tag name="KSO_WM_UNIT_PRESET_TEXT" val="单击此处添加标题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1/bad103fe-0150-4bfb-8a70-a8e3b5fb62d1.jpg?Expires=1800328313\u0026AWSAccessKeyId=AKLT9NSy7kh8TIS1UzNqLRY2\u0026Signature=5sP64RWk5UOyZwlsB8edzcjgHpo%3D&quot;,&quot;product_name&quot;:&quot;wps-wpp-mac&quot;,&quot;intention_code&quot;:&quot;wps_wpp_generate_theme_pay&quot;}*auto_qingqiu_3.0.4_prod*1768792307735_dab969_bcabf8c70da8-slide-9"/>
</p:tagLst>
</file>

<file path=ppt/tags/tag38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5d511e6d513da58e"/>
</p:tagLst>
</file>

<file path=ppt/tags/tag3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dc0b4d418cc2d1252628fa143b9df2c9a38f8dc"/>
  <p:tag name="KSO_WM_NEWLAYOUT_GROUP_ID" val="layout_63"/>
  <p:tag name="KSO_WM_NEWLAYOUT_ID" val="slide_5f00fb856a8539b3"/>
  <p:tag name="KSO_WM_UNIT_PRESET_TEXT" val="单击此处添加标题"/>
</p:tagLst>
</file>

<file path=ppt/tags/tag3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1/8980de28-841e-46d6-b993-330ec1c88745.jpg?Expires=1800328314\u0026AWSAccessKeyId=AKLT9NSy7kh8TIS1UzNqLRY2\u0026Signature=9fcPUIpEBkxtPBhHcGHNKHat%2B70%3D&quot;,&quot;product_name&quot;:&quot;wps-wpp-mac&quot;,&quot;intention_code&quot;:&quot;wps_wpp_generate_theme_pay&quot;}*auto_qingqiu_3.0.4_prod*1768792307735_dab969_bcabf8c70da8-slide-10"/>
</p:tagLst>
</file>

<file path=ppt/tags/tag3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5f00fb856a8539b3"/>
</p:tagLst>
</file>

<file path=ppt/tags/tag4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e7ab48ce91541db9fd50f3900d87e4d7ed5ae0"/>
  <p:tag name="KSO_WM_NEWLAYOUT_GROUP_ID" val="layout_10004"/>
  <p:tag name="KSO_WM_NEWLAYOUT_ID" val="slide_5590a1d109e7c98d"/>
  <p:tag name="KSO_WM_UNIT_PRESET_TEXT" val="单击此处添加标题"/>
</p:tagLst>
</file>

<file path=ppt/tags/tag4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5590a1d109e7c98d"/>
</p:tagLst>
</file>

<file path=ppt/tags/tag41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83b327c18b4bbd9df7f427de82b99ce0065b8d"/>
  <p:tag name="KSO_WM_NEWLAYOUT_ID" val="214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3*a*1"/>
  <p:tag name="KSO_WM_TEMPLATE_CATEGORY" val="custom"/>
  <p:tag name="KSO_WM_TEMPLATE_INDEX" val="40498887"/>
  <p:tag name="KSO_WM_UNIT_LAYERLEVEL" val="1"/>
  <p:tag name="KSO_WM_TAG_VERSION" val="3.0"/>
</p:tagLst>
</file>

<file path=ppt/tags/tag412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887_3*e*1"/>
  <p:tag name="KSO_WM_TEMPLATE_CATEGORY" val="custom"/>
  <p:tag name="KSO_WM_TEMPLATE_INDEX" val="40498887"/>
  <p:tag name="KSO_WM_UNIT_LAYERLEVEL" val="1"/>
  <p:tag name="KSO_WM_TAG_VERSION" val="3.0"/>
</p:tagLst>
</file>

<file path=ppt/tags/tag41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887_3"/>
  <p:tag name="KSO_WM_TEMPLATE_MASTER_TYPE" val="0"/>
  <p:tag name="KSO_WM_TEMPLATE_COLOR_TYPE" val="0"/>
  <p:tag name="KSO_WM_SLIDE_INDEX" val="3"/>
  <p:tag name="KSO_WM_TEMPLATE_CATEGORY" val="custom"/>
  <p:tag name="KSO_WM_TEMPLATE_INDEX" val="40498887"/>
  <p:tag name="KSO_WM_SLIDE_LAYOUT" val="a_e"/>
  <p:tag name="KSO_WM_SLIDE_LAYOUT_CNT" val="1_1"/>
</p:tagLst>
</file>

<file path=ppt/tags/tag4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2e7fc774a1ff66acfca2bca17a4a7760e28c123"/>
  <p:tag name="KSO_WM_NEWLAYOUT_GROUP_ID" val="layout_48"/>
  <p:tag name="KSO_WM_NEWLAYOUT_ID" val="slide_f40f4095b76ee3a8"/>
  <p:tag name="KSO_WM_UNIT_PRESET_TEXT" val="单击此处添加标题"/>
</p:tagLst>
</file>

<file path=ppt/tags/tag4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7678cf03768cdf26b383e2ba844a9686_0.png?Expires=1768878709\u0026AWSAccessKeyId=AKLTHzmNYxS86KQFnb2pvxtA\u0026Signature=snKW0XUV9qYwnQ1MlF73H7M4OwY%3D&quot;,&quot;product_name&quot;:&quot;wps-wpp-mac&quot;,&quot;intention_code&quot;:&quot;wps_wpp_generate_theme_pay&quot;}*auto_cache_hit_3.0.4_prod*1768792307735_dab969_bcabf8c70da8-slide-13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16001333&quot;,&quot;product_name&quot;:&quot;wps-wpp-mac&quot;,&quot;intention_code&quot;:&quot;wps_wpp_generate_theme_pay&quot;}*auto_gallery_3.0.4_prod*1768792307735_dab969_bcabf8c70da8-slide-13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48678364&quot;,&quot;product_name&quot;:&quot;wps-wpp-mac&quot;,&quot;intention_code&quot;:&quot;wps_wpp_generate_theme_pay&quot;}*auto_gallery_3.0.4_prod*1768792307735_dab969_bcabf8c70da8-slide-13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f40f4095b76ee3a8"/>
</p:tagLst>
</file>

<file path=ppt/tags/tag4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18f55244be13f40f17b8cb4378cf5fd6da40a6f"/>
  <p:tag name="KSO_WM_NEWLAYOUT_GROUP_ID" val="layout_51"/>
  <p:tag name="KSO_WM_NEWLAYOUT_ID" val="slide_5f9bbafbd906f1fe"/>
  <p:tag name="KSO_WM_UNIT_PRESET_TEXT" val="单击此处添加标题"/>
</p:tagLst>
</file>

<file path=ppt/tags/tag4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073b37dc30968e2afc66be6810eb9d1f_0.png?Expires=1768878709\u0026AWSAccessKeyId=AKLTHzmNYxS86KQFnb2pvxtA\u0026Signature=%2Bp2WuBAD5tCA8dJa3SVs3YwYBXM%3D&quot;,&quot;product_name&quot;:&quot;wps-wpp-mac&quot;,&quot;intention_code&quot;:&quot;wps_wpp_generate_theme_pay&quot;}*auto_cache_hit_3.0.4_prod*1768792307735_dab969_bcabf8c70da8-slide-14"/>
</p:tagLst>
</file>

<file path=ppt/tags/tag4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3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5f9bbafbd906f1fe"/>
</p:tagLst>
</file>

<file path=ppt/tags/tag44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fb83b327c18b4bbd9df7f427de82b99ce0065b8d"/>
  <p:tag name="KSO_WM_NEWLAYOUT_ID" val="2146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3*a*1"/>
  <p:tag name="KSO_WM_TEMPLATE_CATEGORY" val="custom"/>
  <p:tag name="KSO_WM_TEMPLATE_INDEX" val="40498887"/>
  <p:tag name="KSO_WM_UNIT_LAYERLEVEL" val="1"/>
  <p:tag name="KSO_WM_TAG_VERSION" val="3.0"/>
</p:tagLst>
</file>

<file path=ppt/tags/tag441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custom40498887_3*e*1"/>
  <p:tag name="KSO_WM_TEMPLATE_CATEGORY" val="custom"/>
  <p:tag name="KSO_WM_TEMPLATE_INDEX" val="40498887"/>
  <p:tag name="KSO_WM_UNIT_LAYERLEVEL" val="1"/>
  <p:tag name="KSO_WM_TAG_VERSION" val="3.0"/>
</p:tagLst>
</file>

<file path=ppt/tags/tag44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AG_VERSION" val="3.0"/>
  <p:tag name="KSO_WM_SLIDE_ID" val="custom40498887_3"/>
  <p:tag name="KSO_WM_TEMPLATE_MASTER_TYPE" val="0"/>
  <p:tag name="KSO_WM_TEMPLATE_COLOR_TYPE" val="0"/>
  <p:tag name="KSO_WM_SLIDE_INDEX" val="3"/>
  <p:tag name="KSO_WM_TEMPLATE_CATEGORY" val="custom"/>
  <p:tag name="KSO_WM_TEMPLATE_INDEX" val="40498887"/>
  <p:tag name="KSO_WM_SLIDE_LAYOUT" val="a_e"/>
  <p:tag name="KSO_WM_SLIDE_LAYOUT_CNT" val="1_1"/>
</p:tagLst>
</file>

<file path=ppt/tags/tag4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d14e985356aff444ff968f32dda73ac2abe51cf"/>
  <p:tag name="KSO_WM_NEWLAYOUT_GROUP_ID" val="layout_34"/>
  <p:tag name="KSO_WM_NEWLAYOUT_ID" val="slide_dd86963abb239797"/>
  <p:tag name="KSO_WM_UNIT_PRESET_TEXT" val="单击此处添加标题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7723b1bf-0526-44f3-bbca-919c3cd49b70.jpg?Expires=1800328313\u0026AWSAccessKeyId=AKLT9NSy7kh8TIS1UzNqLRY2\u0026Signature=Xn0kPDLBqvk%2FUV485q2eu7Y9Heg%3D&quot;,&quot;product_name&quot;:&quot;wps-wpp-mac&quot;,&quot;intention_code&quot;:&quot;wps_wpp_generate_theme_pay&quot;}*auto_qingqiu_3.0.4_prod*1768792307735_dab969_bcabf8c70da8-slide-16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cee0d7df-a888-4306-bf6d-69122ef77cc6.jpg?Expires=1800328312\u0026AWSAccessKeyId=AKLT9NSy7kh8TIS1UzNqLRY2\u0026Signature=d%2FLRmWJG3lalKgBluxDXxTMedcs%3D&quot;,&quot;product_name&quot;:&quot;wps-wpp-mac&quot;,&quot;intention_code&quot;:&quot;wps_wpp_generate_theme_pay&quot;}*auto_qingqiu_3.0.4_prod*1768792307735_dab969_bcabf8c70da8-slide-16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3192eaa5-ebb4-49e8-8f13-8980a0280506.jpg?Expires=1800328313\u0026AWSAccessKeyId=AKLT9NSy7kh8TIS1UzNqLRY2\u0026Signature=98JDceG8FYe%2FJYi%2FZlNHwvN%2BRgw%3D&quot;,&quot;product_name&quot;:&quot;wps-wpp-mac&quot;,&quot;intention_code&quot;:&quot;wps_wpp_generate_theme_pay&quot;}*auto_qingqiu_3.0.4_prod*1768792307735_dab969_bcabf8c70da8-slide-16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dd86963abb239797"/>
</p:tagLst>
</file>

<file path=ppt/tags/tag4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3df2924934cc7a0837f62eb9277f3071b3c256d"/>
  <p:tag name="KSO_WM_NEWLAYOUT_GROUP_ID" val="layout_10003"/>
  <p:tag name="KSO_WM_NEWLAYOUT_ID" val="slide_10cd397e0139f3d8"/>
  <p:tag name="KSO_WM_UNIT_PRESET_TEXT" val="单击此处添加标题"/>
</p:tagLst>
</file>

<file path=ppt/tags/tag4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6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50583"/>
  <p:tag name="KSO_WM_TEMPLATE_SLIDE_ID" val="slide_10cd397e0139f3d8"/>
</p:tagLst>
</file>

<file path=ppt/tags/tag465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887_5*b*1"/>
  <p:tag name="KSO_WM_TEMPLATE_CATEGORY" val="custom"/>
  <p:tag name="KSO_WM_TEMPLATE_INDEX" val="40498887"/>
  <p:tag name="KSO_WM_UNIT_LAYERLEVEL" val="1"/>
  <p:tag name="KSO_WM_TAG_VERSION" val="3.0"/>
  <p:tag name="KSO_WM_UNIT_PRESET_TEXT" val="THE END"/>
</p:tagLst>
</file>

<file path=ppt/tags/tag46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23229f708229fc99f256246d43846afe9f18b3a3"/>
  <p:tag name="KSO_WM_NEWLAYOUT_ID" val="2154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ID" val="custom40498887_5*a*1"/>
  <p:tag name="KSO_WM_TEMPLATE_CATEGORY" val="custom"/>
  <p:tag name="KSO_WM_TEMPLATE_INDEX" val="40498887"/>
  <p:tag name="KSO_WM_UNIT_LAYERLEVEL" val="1"/>
  <p:tag name="KSO_WM_TAG_VERSION" val="3.0"/>
  <p:tag name="KSO_WM_UNIT_PRESET_TEXT" val="谢谢观看"/>
</p:tagLst>
</file>

<file path=ppt/tags/tag467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AG_VERSION" val="3.0"/>
  <p:tag name="KSO_WM_SLIDE_ID" val="custom40498887_5"/>
  <p:tag name="KSO_WM_TEMPLATE_MASTER_TYPE" val="0"/>
  <p:tag name="KSO_WM_TEMPLATE_COLOR_TYPE" val="0"/>
  <p:tag name="KSO_WM_SLIDE_INDEX" val="5"/>
  <p:tag name="KSO_WM_TEMPLATE_CATEGORY" val="custom"/>
  <p:tag name="KSO_WM_TEMPLATE_INDEX" val="40498887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63">
      <a:dk1>
        <a:srgbClr val="000000"/>
      </a:dk1>
      <a:lt1>
        <a:srgbClr val="FFFFFF"/>
      </a:lt1>
      <a:dk2>
        <a:srgbClr val="082A62"/>
      </a:dk2>
      <a:lt2>
        <a:srgbClr val="E6F1FF"/>
      </a:lt2>
      <a:accent1>
        <a:srgbClr val="0A7AF8"/>
      </a:accent1>
      <a:accent2>
        <a:srgbClr val="FA2E43"/>
      </a:accent2>
      <a:accent3>
        <a:srgbClr val="FE8F35"/>
      </a:accent3>
      <a:accent4>
        <a:srgbClr val="0A7AF8"/>
      </a:accent4>
      <a:accent5>
        <a:srgbClr val="FA2E43"/>
      </a:accent5>
      <a:accent6>
        <a:srgbClr val="FE8F35"/>
      </a:accent6>
      <a:hlink>
        <a:srgbClr val="304FFE"/>
      </a:hlink>
      <a:folHlink>
        <a:srgbClr val="492067"/>
      </a:folHlink>
    </a:clrScheme>
    <a:fontScheme name="自定义 33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WPS 演示</Application>
  <PresentationFormat>宽屏</PresentationFormat>
  <Paragraphs>293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</vt:lpstr>
      <vt:lpstr>汉仪书宋二KW</vt:lpstr>
      <vt:lpstr>宋体</vt:lpstr>
      <vt:lpstr>Arial Unicode MS</vt:lpstr>
      <vt:lpstr>Calibri</vt:lpstr>
      <vt:lpstr>Helvetica Neue</vt:lpstr>
      <vt:lpstr>微软雅黑</vt:lpstr>
      <vt:lpstr>Office 主题</vt:lpstr>
      <vt:lpstr>1_Office 主题​​</vt:lpstr>
      <vt:lpstr>机器学习</vt:lpstr>
      <vt:lpstr>目录</vt:lpstr>
      <vt:lpstr>机器学习基础原理</vt:lpstr>
      <vt:lpstr>基本概念</vt:lpstr>
      <vt:lpstr>学习类型</vt:lpstr>
      <vt:lpstr>模型训练过程</vt:lpstr>
      <vt:lpstr>机器学习典型算法</vt:lpstr>
      <vt:lpstr>决策树算法</vt:lpstr>
      <vt:lpstr>支持向量机</vt:lpstr>
      <vt:lpstr>神经网络算法</vt:lpstr>
      <vt:lpstr>随机森林算法</vt:lpstr>
      <vt:lpstr>K近邻算法</vt:lpstr>
      <vt:lpstr>机器学习应用场景</vt:lpstr>
      <vt:lpstr>金融领域应用</vt:lpstr>
      <vt:lpstr>医疗行业应用</vt:lpstr>
      <vt:lpstr>机器学习图表可视化分析</vt:lpstr>
      <vt:lpstr>常见可视化图表类型</vt:lpstr>
      <vt:lpstr>可视化工具介绍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</dc:title>
  <dc:creator/>
  <cp:lastModifiedBy>yangyuntian</cp:lastModifiedBy>
  <cp:revision>2</cp:revision>
  <dcterms:created xsi:type="dcterms:W3CDTF">2026-01-20T08:23:43Z</dcterms:created>
  <dcterms:modified xsi:type="dcterms:W3CDTF">2026-01-20T08:23:43Z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v1.0_ai_69796650583</vt:lpwstr>
  </property>
</Properties>
</file>